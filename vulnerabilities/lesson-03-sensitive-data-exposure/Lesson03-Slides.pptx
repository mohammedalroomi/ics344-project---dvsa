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#03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Receipt Disclosure via Unauthorized Lambda Invocation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ICS-344: Information Security  ·  Term 252
</a:t>
            </a:r>
            <a:pPr algn="ctr" indent="0" marL="0"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Fahd University of Petroleum and Minerals (KFUPM)
</a:t>
            </a:r>
            <a:pPr algn="ct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Alroomi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&amp; 2 · Vulnerability Summary and Root Cause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 /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Summary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Function: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DVSA-ADMIN-GET-RECEIPT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A3:2017 – Sensitive Data Exposure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function packaged ALL user receipts from S3 into a ZIP and returned a presigned URL — with NO authorization check. Any user could invoke it directly via AWS CLI.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43434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777240"/>
            <a:ext cx="54864" cy="3931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2344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lambda_handler starts processing IMMEDIATELY upon invocation:
</a:t>
            </a:r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boto3.client('s3')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event["year"]  # No auth check!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→ downloads ALL receipts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check. No role verification. Complete trust in the caller.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&amp; 4 · Environment and Reproduction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 / 9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86868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6675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Lambda (Python 3.8)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Function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DVSA-ADMIN-GET-RECEIPT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B — regular non-admin user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 — Super Mario 2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CLI · CloudShell · CloudWatch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514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Steps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" y="288036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898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admin receipt function as regular User B via AWS CLI with date payload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333756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355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returns presigned S3 URL — no admin check performed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8600" y="379476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3813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ZIP archive containing ALL users' receipts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425196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" y="4270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read User C's private receipt (order, items, total)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Evidence — Presigned URL Returned &amp; ZIP Downloaded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 / 9</a:t>
            </a:r>
            <a:endParaRPr lang="en-US" sz="800" dirty="0"/>
          </a:p>
        </p:txBody>
      </p:sp>
      <p:pic>
        <p:nvPicPr>
          <p:cNvPr id="7" name="Image 0" descr="/home/claude/ICS344-Project---DVSA/vulnerabilities/lesson-03-sensitive-data-exposure/screenshots/01-Presigned-URL-Return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8686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651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Admin function invoked as non-admin returns valid presigned S3 URL (HTTP 200)</a:t>
            </a:r>
            <a:endParaRPr lang="en-US" sz="850" dirty="0"/>
          </a:p>
        </p:txBody>
      </p:sp>
      <p:pic>
        <p:nvPicPr>
          <p:cNvPr id="9" name="Image 1" descr="/home/claude/ICS344-Project---DVSA/vulnerabilities/lesson-03-sensitive-data-exposure/screenshots/02-Receipts-ZIP-Downloa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" y="2971800"/>
            <a:ext cx="868680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" y="45720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Downloaded ZIP contains receipt files from ALL 3 users — not just the attacker's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Evidence — Receipt Exposed &amp; CloudWatch Confirmation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 / 9</a:t>
            </a:r>
            <a:endParaRPr lang="en-US" sz="800" dirty="0"/>
          </a:p>
        </p:txBody>
      </p:sp>
      <p:pic>
        <p:nvPicPr>
          <p:cNvPr id="7" name="Image 0" descr="/home/claude/ICS344-Project---DVSA/vulnerabilities/lesson-03-sensitive-data-exposure/screenshots/03-User-C-Receipt-Expo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8686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2651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User C's private receipt exposed — UserC, Super Mario 2 (1), Total $45</a:t>
            </a:r>
            <a:endParaRPr lang="en-US" sz="850" dirty="0"/>
          </a:p>
        </p:txBody>
      </p:sp>
      <p:pic>
        <p:nvPicPr>
          <p:cNvPr id="9" name="Image 1" descr="/home/claude/ICS344-Project---DVSA/vulnerabilities/lesson-03-sensitive-data-exposure/screenshots/04-CloudWatch-Evide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" y="2971800"/>
            <a:ext cx="868680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" y="45720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CloudWatch confirms DVSA-ADMIN-GET-RECEIPT was invoked at 2026-05-02T16:46 UTC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Evidence — Vulnerable Code (No Authorization Check)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 / 9</a:t>
            </a:r>
            <a:endParaRPr lang="en-US" sz="800" dirty="0"/>
          </a:p>
        </p:txBody>
      </p:sp>
      <p:pic>
        <p:nvPicPr>
          <p:cNvPr id="7" name="Image 0" descr="/home/claude/ICS344-Project---DVSA/vulnerabilities/lesson-03-sensitive-data-exposure/screenshots/05-Vulnerable-C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86868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466344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lambda_handler at line 20 — no isAdmin check before proceeding to S3 operations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&amp; 7 · Fix Strategy and Code Changes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 / 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Strategy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requesting user's identity from the event (userId field)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600200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618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user in DynamoDB to verify identity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011680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029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isAdmin attribute — return 403 Forbidden if not admin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23160"/>
            <a:ext cx="27432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441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confirmed admins proceed to S3 receipt operations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8686800" cy="169164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71800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requesting_user_id = event.get("userId", "")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requesting_user_id: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{"statusCode": 403, "body": ...}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user_table.get_item(Key={"userId": requesting_user_id})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resp.get("Item",{}).get("isAdmin", False):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{"statusCode": 403, "body": ...}  # ← NEW 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boto3.client('s3')  # original code continues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&amp; 8 · Fix Deployed and Verification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ICS-344 · Lesson 03 — Sensitive Data Exposure · KFUPM Term 252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 / 9</a:t>
            </a:r>
            <a:endParaRPr lang="en-US" sz="800" dirty="0"/>
          </a:p>
        </p:txBody>
      </p:sp>
      <p:pic>
        <p:nvPicPr>
          <p:cNvPr id="7" name="Image 0" descr="/home/claude/ICS344-Project---DVSA/vulnerabilities/lesson-03-sensitive-data-exposure/screenshots/06-Fix-Applied-and-Deploy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77240"/>
            <a:ext cx="868680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33832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Authorization check at lines 21-32 — 'Successfully updated the function DVSA-ADMIN-GET-RECEIPT'</a:t>
            </a:r>
            <a:endParaRPr lang="en-US" sz="850" dirty="0"/>
          </a:p>
        </p:txBody>
      </p:sp>
      <p:pic>
        <p:nvPicPr>
          <p:cNvPr id="9" name="Image 1" descr="/home/claude/ICS344-Project---DVSA/vulnerabilities/lesson-03-sensitive-data-exposure/screenshots/07-Fix-Verifi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" y="3657600"/>
            <a:ext cx="86868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" y="46177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Same invoke command now returns 403 Forbidden — attack completely blocked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868680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1051560"/>
            <a:ext cx="457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881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functions must enforce their own access control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Obscurity is not security — every sensitive function must verify caller identity and role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801368"/>
            <a:ext cx="868680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801368"/>
            <a:ext cx="457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379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Lambda invocation bypasses API Gateway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214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lambda:InvokeFunction permission can call functions directly, skipping API auth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551176"/>
            <a:ext cx="868680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2551176"/>
            <a:ext cx="457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877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is only as secure as the code accessing 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712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bucket is irrelevant if the function generating presigned URLs has no access gate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3300984"/>
            <a:ext cx="868680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3300984"/>
            <a:ext cx="457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= IAM + function-level auth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62102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controls what a function can do; function logic controls who should trigger 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4050792"/>
            <a:ext cx="8686800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4050792"/>
            <a:ext cx="4572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87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Lambda is an independent entry point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3708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monoliths, each serverless function must independently enforce its own access control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03 — Sensitive Data Exposure</dc:title>
  <dc:subject>PptxGenJS Presentation</dc:subject>
  <dc:creator>Mohammed Alroomi</dc:creator>
  <cp:lastModifiedBy>Mohammed Alroomi</cp:lastModifiedBy>
  <cp:revision>1</cp:revision>
  <dcterms:created xsi:type="dcterms:W3CDTF">2026-05-02T17:22:48Z</dcterms:created>
  <dcterms:modified xsi:type="dcterms:W3CDTF">2026-05-02T17:22:48Z</dcterms:modified>
</cp:coreProperties>
</file>