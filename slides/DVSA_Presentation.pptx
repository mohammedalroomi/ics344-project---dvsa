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3017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12161520" cy="0"/>
          </a:xfrm>
          <a:prstGeom prst="line">
            <a:avLst/>
          </a:prstGeom>
          <a:noFill/>
          <a:ln w="635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280160"/>
            <a:ext cx="12161520" cy="0"/>
          </a:xfrm>
          <a:prstGeom prst="line">
            <a:avLst/>
          </a:prstGeom>
          <a:noFill/>
          <a:ln w="635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103120"/>
            <a:ext cx="12161520" cy="0"/>
          </a:xfrm>
          <a:prstGeom prst="line">
            <a:avLst/>
          </a:prstGeom>
          <a:noFill/>
          <a:ln w="635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926080"/>
            <a:ext cx="12161520" cy="0"/>
          </a:xfrm>
          <a:prstGeom prst="line">
            <a:avLst/>
          </a:prstGeom>
          <a:noFill/>
          <a:ln w="635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749040"/>
            <a:ext cx="12161520" cy="0"/>
          </a:xfrm>
          <a:prstGeom prst="line">
            <a:avLst/>
          </a:prstGeom>
          <a:noFill/>
          <a:ln w="635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12161520" cy="0"/>
          </a:xfrm>
          <a:prstGeom prst="line">
            <a:avLst/>
          </a:prstGeom>
          <a:noFill/>
          <a:ln w="635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394960"/>
            <a:ext cx="12161520" cy="0"/>
          </a:xfrm>
          <a:prstGeom prst="line">
            <a:avLst/>
          </a:prstGeom>
          <a:noFill/>
          <a:ln w="635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217920"/>
            <a:ext cx="12161520" cy="0"/>
          </a:xfrm>
          <a:prstGeom prst="line">
            <a:avLst/>
          </a:prstGeom>
          <a:noFill/>
          <a:ln w="635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1371600"/>
            <a:ext cx="548640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ICS-344 · INFORMATION SECURITY · TERM 252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011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 Vulnerability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640080" y="28346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Remediation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640080" y="3794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Damn Vulnerable Serverless Application — full-stack security audit on AWS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" y="4617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40080" y="5212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4617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3474720" y="5212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Lessons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4617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309360" y="5212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Findings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0" y="4617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9144000" y="5212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5989320"/>
            <a:ext cx="109728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56  ·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Alroomi  ·  Abdulmalik Al AlShaikh  ·  Naif AlHammad  ·  Faisal Alharbi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us-east-1 ·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PROJECT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audited &amp; how we approached 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86400" cy="448056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 — Damn Vulnerable Serverless Application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intentionally vulnerable AWS serverless e-commerce stack used to teach modern cloud security. Built on Lambda, API Gateway, DynamoDB, Cognito and S3.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886200"/>
            <a:ext cx="48463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 (Node.js &amp; Python)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Gateway, Cognito, DynamoDB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SES, CloudWatch, IAM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us-east-1 (N. Virginia)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148840"/>
            <a:ext cx="502920" cy="502920"/>
          </a:xfrm>
          <a:prstGeom prst="ellipse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0" y="21305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0" y="23957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APIs, Lambda functions, IAM roles, S3 buckets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2926080"/>
            <a:ext cx="502920" cy="502920"/>
          </a:xfrm>
          <a:prstGeom prst="ellipse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63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29077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31729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each lesson with working PoC payloads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3703320"/>
            <a:ext cx="502920" cy="502920"/>
          </a:xfrm>
          <a:prstGeom prst="ellipse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63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36850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3950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CloudWatch logs, requests, screenshots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4480560"/>
            <a:ext cx="502920" cy="502920"/>
          </a:xfrm>
          <a:prstGeom prst="ellipse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636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44622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47274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source code, IAM policies, API Gateway config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5257800"/>
            <a:ext cx="502920" cy="502920"/>
          </a:xfrm>
          <a:prstGeom prst="ellipse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6364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49440" y="52395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49440" y="55046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exploits — confirm rejection &amp; no regressions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ICS-344 · DVSA Project · Team 56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FINDINGS AT A GLANCE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vulnerabilities · severity-ranked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2788920" cy="14173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2788920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764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1764792"/>
            <a:ext cx="1097280" cy="2926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17647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1031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Injection (RCE)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56432" y="1600200"/>
            <a:ext cx="2788920" cy="14173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56432" y="1600200"/>
            <a:ext cx="2788920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39312" y="1764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65192" y="1764792"/>
            <a:ext cx="1097280" cy="2926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65192" y="17647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39312" y="21031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Authentication (JWT)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9944" y="1600200"/>
            <a:ext cx="2788920" cy="14173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09944" y="1600200"/>
            <a:ext cx="2788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92824" y="1764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18704" y="1764792"/>
            <a:ext cx="10972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918704" y="17647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92824" y="21031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Exposure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363456" y="1600200"/>
            <a:ext cx="2788920" cy="14173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63456" y="1600200"/>
            <a:ext cx="2788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46336" y="1764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872216" y="1764792"/>
            <a:ext cx="10972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872216" y="17647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546336" y="21031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Cloud Config (S3)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2920" y="3182112"/>
            <a:ext cx="2788920" cy="14173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2920" y="3182112"/>
            <a:ext cx="2788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5800" y="33467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011680" y="3346704"/>
            <a:ext cx="10972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011680" y="33467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" y="36850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456432" y="3182112"/>
            <a:ext cx="2788920" cy="14173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456432" y="3182112"/>
            <a:ext cx="278892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39312" y="33467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65192" y="3346704"/>
            <a:ext cx="1097280" cy="2926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965192" y="33467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39312" y="36850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409944" y="3182112"/>
            <a:ext cx="2788920" cy="14173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409944" y="3182112"/>
            <a:ext cx="2788920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592824" y="33467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918704" y="3346704"/>
            <a:ext cx="1097280" cy="2926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918704" y="33467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592824" y="36850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Over-Privileged Functions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363456" y="3182112"/>
            <a:ext cx="2788920" cy="14173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363456" y="3182112"/>
            <a:ext cx="2788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546336" y="33467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0872216" y="3346704"/>
            <a:ext cx="10972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872216" y="33467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546336" y="36850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 (Logic)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02920" y="4764024"/>
            <a:ext cx="2788920" cy="14173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02920" y="4764024"/>
            <a:ext cx="2788920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85800" y="49286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011680" y="4928616"/>
            <a:ext cx="1097280" cy="2926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011680" y="49286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85800" y="5266944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Dependencies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3456432" y="4764024"/>
            <a:ext cx="2788920" cy="14173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456432" y="4764024"/>
            <a:ext cx="278892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639312" y="49286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965192" y="4928616"/>
            <a:ext cx="1097280" cy="2926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965192" y="49286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639312" y="5266944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Unhandled Exceptions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6409944" y="4764024"/>
            <a:ext cx="2788920" cy="14173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409944" y="4764024"/>
            <a:ext cx="2788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592824" y="49286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B01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7918704" y="4928616"/>
            <a:ext cx="10972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7918704" y="49286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592824" y="5266944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SQL Injection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9363456" y="4764024"/>
            <a:ext cx="2788920" cy="14173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9363456" y="4764024"/>
            <a:ext cx="2788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9546336" y="49286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B02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10872216" y="4928616"/>
            <a:ext cx="10972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0872216" y="49286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9546336" y="5266944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Data in CloudWatch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502920" y="60807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Critical  ·  </a:t>
            </a: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High  ·  </a:t>
            </a: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Medium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ICS-344 · DVSA Project · Team 56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· EVENT INJECTION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RCE via node-serialize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097280" cy="2926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3716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DVSA-ORDER-MANAGER calls serialize.unserialize() on raw event body before any auth.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73152" cy="22402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" y="19202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" y="22402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node-serialize@0.0.4 rehydrates functions via eval()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prefixed _$$ND_FUNC$$_ execute on deserialize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on event.body and event.headers pre-auth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73152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0528" y="19202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10528" y="22402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JSON with action: "_$$ND_FUNC$$_function(){...}()"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writes /tmp/pwned.txt and reads it back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payload dumps process.env → STS creds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creds query other users' DynamoDB orders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4251960"/>
            <a:ext cx="73152" cy="224028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" y="43434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" y="46634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code execution inside the Lambda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STS credential theft → account-wide pivot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DVSA account required — only the API URL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425196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09360" y="4251960"/>
            <a:ext cx="73152" cy="22402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0528" y="43434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10528" y="46634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node-serialize entirely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safe JSON.parse(event.body)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Allowlist-validate every incoming field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Re-test: payload returns invalid input · no eval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ICS-344 · DVSA Project · Team 56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 · BROKEN AUTHENTICATION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Forgery — Full Account Takeover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097280" cy="2926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3716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trusted JWT payload claims without verifying the cryptographic signature.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73152" cy="22402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" y="19202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" y="22402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decoded JWT but never verified signature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and sub were trusted as identity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JWKS endpoint was never consulted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73152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0528" y="19202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10528" y="22402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victim's UUID from any valid JWT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attacker's token, swap username/sub for victim's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original signature unchanged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API returns victim's private order list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4251960"/>
            <a:ext cx="73152" cy="224028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" y="43434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" y="46634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authenticated user impersonates anyone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manipulate every other user's orders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identity-layer collapse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425196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09360" y="4251960"/>
            <a:ext cx="73152" cy="22402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0528" y="43434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10528" y="46634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Cognito JWKS, verify with jose.JWS.createVerify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iss matches Cognito pool, exp not passed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JWKS for 6 hours to avoid latency hit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Re-test: forged token → invalid token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ICS-344 · DVSA Project · Team 56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03 · SENSITIVE DATA EXPOSURE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Receipt Dump Open to Anyone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0972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3716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DVSA-ADMIN-GET-RECEIPT served all users' receipts to any authenticated caller.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73152" cy="22402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" y="19202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" y="22402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lambda_handler had zero authorization check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year/month/day fields and went straight to S3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a presigned URL packaging all receipts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73152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0528" y="19202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10528" y="22402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invoke with non-admin User B credentials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 {year:2026, month:04, day:24}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HTTP 200 + presigned S3 URL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reveals every customer's receipt for that date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4251960"/>
            <a:ext cx="73152" cy="224028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" y="43434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" y="46634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exposure: names, items, totals, order IDs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Cross-tenant data leak from a single API call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Security-by-obscurity proven to fail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425196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09360" y="4251960"/>
            <a:ext cx="73152" cy="22402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0528" y="43434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10528" y="46634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userId at very first line of handler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DynamoDB → enforce isAdmin == True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403 before any S3 operation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Re-test: non-admin gets 403 · admin still works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ICS-344 · DVSA Project · Team 56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 · INSECURE CLOUD CONFIG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Writable S3 Bucket Triggers Lambda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0972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3716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bucket policy let any authed user PUT objects that triggered downstream Lambda.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73152" cy="22402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" y="19202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" y="22402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allowed PUT from any authenticated session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ObjectCreated event invoked DVSA-SEND-RECEIPT-EMAIL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key flowed unchecked into OS-level operations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73152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0528" y="19202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10528" y="22402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cp ~/empty s3://dvsa-receipts-bucket/.../trigger.raw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accepts upload from non-privileged user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event fires Lambda with attacker-controlled key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parsed as a legitimate receipt path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4251960"/>
            <a:ext cx="73152" cy="224028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" y="43434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" y="46634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command injection in receipt processor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Lambda invocation via event-driven chain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trusts untrusted filenames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425196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09360" y="4251960"/>
            <a:ext cx="73152" cy="22402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0528" y="43434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10528" y="46634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policy: Deny PutObject unless principal is receipt role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any cross-account / open write access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object names &amp; types in the consumer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Re-test: cp from user → AccessDenied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ICS-344 · DVSA Project · Team 56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05 · BROKEN ACCESS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Any Order Paid — Without Paying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0972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3716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DVSA-ADMIN-UPDATE-ORDERS callable by regular users — financial fraud as a feature.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73152" cy="22402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" y="19202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" y="22402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route exposed to any authenticated caller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role/isAdmin check at function entry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transitions weren't validated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73152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0528" y="19202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10528" y="22402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 regular user, capture JWT from DevTools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admin update with orderStatus = 200 (paid)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flips to paid · no billing record exists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shipped without payment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4251960"/>
            <a:ext cx="73152" cy="224028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" y="43434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" y="46634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financial loss to the platform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entire billing &amp; payment workflow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Top-ranked OWASP risk category in practice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425196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09360" y="4251960"/>
            <a:ext cx="73152" cy="22402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0528" y="43434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FIX(Hardening)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10528" y="46634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isAdmin in DynamoDB before any write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state-machine for order transitions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billing path may set status = paid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Re-test: non-admin → 403 · admin still works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ICS-344 · DVSA Project · Team 56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06 · DENIAL OF SERVICE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Ceiling as an Attack Surface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097280" cy="2926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3716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Lambda's reserved concurrency of 10 saturated by one user.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73152" cy="22402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" y="19202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" y="22402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concurrency = 10 · no rate limiting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has no per-user throttle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queue absorbs burst traffic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73152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0528" y="19202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10528" y="22402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threading: 20 parallel POSTs to billing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slots saturated → TooManyRequestsException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legitimate users hit 500 errors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effectively offline for everyone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4251960"/>
            <a:ext cx="73152" cy="224028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" y="43434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" y="46634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denial of revenue path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blocks all other users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&amp; SLA damage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425196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09360" y="4251960"/>
            <a:ext cx="73152" cy="22402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0528" y="43434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10528" y="46634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usage plan · per-user rate + burst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rate-based rule on burst patterns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queue in front of billing Lambda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Re-test: 21st request → 429 · others succeed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ICS-344 · DVSA Project · Team 56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 · OVER-PRIVILEGED FUNCTIONS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Wildcards = Account-Wide Blast Radius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097280" cy="2926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3716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DVSA-SEND-RECEIPT-EMAIL role had * on S3, DynamoDB, and AmazonSESFullAccess.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73152" cy="22402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" y="19202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" y="22402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Resource: arn:aws:s3:::*  and  table/*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AmazonSESFullAccess attached on top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role IS the security perimeter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73152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0528" y="19202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10528" y="22402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process.env from inside the Lambda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STS Access Key, Secret, Session Token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creds locally · run aws dynamodb scan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DVSA-ORDERS-DB exfiltrated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4251960"/>
            <a:ext cx="73152" cy="224028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" y="43434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" y="46634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customer-order data breach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 across the entire AWS account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Wildcards turn one bug into an account compromise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425196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09360" y="4251960"/>
            <a:ext cx="73152" cy="22402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0528" y="43434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10528" y="46634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wildcard policies &amp; SES full access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Resource-scope: GetObject on receipts bucket only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GetItem on DVSA-ORDERS-DB only · ses:SendEmail only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 IAM Policy Simulator → Denied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ICS-344 · DVSA Project · Team 56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08 · LOGIC VULNERABILITY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 — Pay for 1, Receive 5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0972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3716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read order state · no atomic lock · update mutated cart mid-flight.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73152" cy="22402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" y="19202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" y="22402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conditional write or status lock during billing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TOCTOU between read price and write status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concurrency makes this trivial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73152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0528" y="19202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10528" y="22402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order with 1 item · capture orderId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billing &amp; update {items:{1:5}} simultaneously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charges for 1 · update sets qty to 5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DynamoDB: 5 items, 1-item payment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4251960"/>
            <a:ext cx="73152" cy="224028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" y="43434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" y="46634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financial loss · per-order fraud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discrepancy &amp; accounting drift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detect without transactional logs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425196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09360" y="4251960"/>
            <a:ext cx="73152" cy="22402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0528" y="43434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10528" y="46634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ConditionExpression: orderStatus = 100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flip to 'billing-in-progress' (150)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DynamoDB transactions for multi-step writes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Re-test: ConditionalCheckFailedException · race blocked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ICS-344 · DVSA Project · Team 56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09 · VULNERABLE DEPENDENCIES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node-serialize 0.0.4 — CVE-2017-5941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097280" cy="2926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3716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root cause as L01 — viewed through the supply-chain lens.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73152" cy="22402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" y="19202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" y="22402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CVE public since 2017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patched version exists upstream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shipped to production unaudited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73152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0528" y="19202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10528" y="22402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audit flags critical vulnerability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_$$ND_FUNC$$_ payload triggers eval()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RCE path as Lesson 01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4251960"/>
            <a:ext cx="73152" cy="224028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" y="43434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" y="46634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dependency turns API into RCE endpoint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code is third-party code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surface expands with every install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425196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09360" y="4251960"/>
            <a:ext cx="73152" cy="22402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0528" y="43434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10528" y="46634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node-serialize from package.json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all .unserialize() with JSON.parse()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npm audit to CI/CD as a blocking gate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Re-verify: npm audit → 0 critical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ICS-344 · DVSA Project · Team 56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 · UNHANDLED EXCEPTIONS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Traces Leak the Backend 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097280" cy="2926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3716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fields → Python KeyErrors propagate through API Gateway to the client.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73152" cy="22402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" y="19202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" y="22402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 assumed required fields exist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try/except around handler logic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Tracebacks bubble straight to the response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73152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0528" y="19202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10528" y="22402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{action:'orders'}  → KeyError: orderId leaked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{action:'billing'} → reveals items field path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error names files, line numbers, internals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4251960"/>
            <a:ext cx="73152" cy="224028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" y="43434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" y="46634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reconnaissance for attackers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 exposed publicly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reliability for legitimate users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425196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09360" y="4251960"/>
            <a:ext cx="73152" cy="22402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0528" y="43434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10528" y="46634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required inputs at handler entry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all logic in try/except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generic 4xx/5xx · log details to CloudWatch only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Re-test: malformed → 400 with safe message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ICS-344 · DVSA Project · Team 56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01 · SECOND-ORDER SQL INJECTION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Today, Executes at Billing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0972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3716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planted in DynamoDB · executed later by SQLite-backed cart-total Lambda.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73152" cy="22402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" y="19202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" y="22402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 ID stored unchecked in DynamoDB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DVSA-GET-CART-TOTAL concatenates it into SQL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boundary forgotten between two stages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73152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0528" y="19202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10528" y="22402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order: items = {'1 UNION SELECT ... FROM sqlite_master':1}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shipping → trigger billing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shows table metadata leaked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reconnaissance achieved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4251960"/>
            <a:ext cx="73152" cy="224028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" y="43434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" y="46634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disclosure · data exfiltration risk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Denial-of-wallet via expensive crafted queries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detect — no injection at the entry point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425196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09360" y="4251960"/>
            <a:ext cx="73152" cy="22402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0528" y="43434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10528" y="46634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 item IDs as integers at order creation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 the SQLite query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all DynamoDB-read values as untrusted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Re-test: payload rejected with 400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ICS-344 · DVSA Project · Team 56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02 · SENSITIVE DATA IN LOGS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Numbers in CloudWatch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0972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3716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DVSA-ORDER-BILLING printed the full event — including ccn, exp, cvv — to stdout.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73152" cy="22402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" y="19202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" y="22402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print(json.dumps(event)) called on every request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stdout auto-forwarded to CloudWatch Logs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redaction · persistent storage of PII + PCI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73152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0528" y="19202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10528" y="22402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any normal checkout in the DVSA UI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/aws/lambda/DVSA-ORDER-BILLING log stream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ccn, exp, cvv visible in event payload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IAM principal with logs:GetLogEvents reads 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4251960"/>
            <a:ext cx="73152" cy="224028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" y="43434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" y="46634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scope violation · regulatory exposure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logs hold every prior transaction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access blast radius now includes payment data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4251960"/>
            <a:ext cx="5623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09360" y="4251960"/>
            <a:ext cx="73152" cy="22402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0528" y="43434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10528" y="46634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redact_sensitive_fields() helper before logging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redact: ccn, cvv, exp, token, password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CloudWatch Logs IAM read access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Re-test: logs show [REDACTED] for all sensitive keys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ICS-344 · DVSA Project · Team 56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Lessons Learned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703320" cy="2240280"/>
          </a:xfrm>
          <a:prstGeom prst="rect">
            <a:avLst/>
          </a:prstGeom>
          <a:solidFill>
            <a:srgbClr val="12233A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Defense-in-depth, not single checkpoints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Lambda must enforce its own auth, validation, and limits — never trust the layer before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0832" y="1691640"/>
            <a:ext cx="3703320" cy="2240280"/>
          </a:xfrm>
          <a:prstGeom prst="rect">
            <a:avLst/>
          </a:prstGeom>
          <a:solidFill>
            <a:srgbClr val="12233A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45152" y="1874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45152" y="24688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is resource-scoped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45152" y="30632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table/* is not least privilege. Wildcards on IAM turn any RCE into an account-wide breach.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38744" y="1691640"/>
            <a:ext cx="3703320" cy="2240280"/>
          </a:xfrm>
          <a:prstGeom prst="rect">
            <a:avLst/>
          </a:prstGeom>
          <a:solidFill>
            <a:srgbClr val="12233A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13064" y="1874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513064" y="24688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stored data as untrusted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13064" y="30632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injections and TOCTOU bugs hide between stages. Validate on read, not just on write.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096512"/>
            <a:ext cx="3703320" cy="2240280"/>
          </a:xfrm>
          <a:prstGeom prst="rect">
            <a:avLst/>
          </a:prstGeom>
          <a:solidFill>
            <a:srgbClr val="12233A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2793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77240" y="48737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are a security surface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546811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audit is non-negotiable. A package without a safe version must be removed, not pinned.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70832" y="4096512"/>
            <a:ext cx="3703320" cy="2240280"/>
          </a:xfrm>
          <a:prstGeom prst="rect">
            <a:avLst/>
          </a:prstGeom>
          <a:solidFill>
            <a:srgbClr val="12233A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45152" y="42793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645152" y="48737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are part of the trust boundary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45152" y="546811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log raw events. Redact PII/PCI by default. Tighten log read IAM.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38744" y="4096512"/>
            <a:ext cx="3703320" cy="2240280"/>
          </a:xfrm>
          <a:prstGeom prst="rect">
            <a:avLst/>
          </a:prstGeom>
          <a:solidFill>
            <a:srgbClr val="12233A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13064" y="42793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513064" y="48737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after every fix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513064" y="546811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original exploit. A patch isn't real until the same payload is rejected.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ICS-344 · DVSA Project · Team 56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12161520" cy="0"/>
          </a:xfrm>
          <a:prstGeom prst="line">
            <a:avLst/>
          </a:prstGeom>
          <a:noFill/>
          <a:ln w="635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280160"/>
            <a:ext cx="12161520" cy="0"/>
          </a:xfrm>
          <a:prstGeom prst="line">
            <a:avLst/>
          </a:prstGeom>
          <a:noFill/>
          <a:ln w="635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103120"/>
            <a:ext cx="12161520" cy="0"/>
          </a:xfrm>
          <a:prstGeom prst="line">
            <a:avLst/>
          </a:prstGeom>
          <a:noFill/>
          <a:ln w="635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926080"/>
            <a:ext cx="12161520" cy="0"/>
          </a:xfrm>
          <a:prstGeom prst="line">
            <a:avLst/>
          </a:prstGeom>
          <a:noFill/>
          <a:ln w="635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749040"/>
            <a:ext cx="12161520" cy="0"/>
          </a:xfrm>
          <a:prstGeom prst="line">
            <a:avLst/>
          </a:prstGeom>
          <a:noFill/>
          <a:ln w="635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12161520" cy="0"/>
          </a:xfrm>
          <a:prstGeom prst="line">
            <a:avLst/>
          </a:prstGeom>
          <a:noFill/>
          <a:ln w="635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394960"/>
            <a:ext cx="12161520" cy="0"/>
          </a:xfrm>
          <a:prstGeom prst="line">
            <a:avLst/>
          </a:prstGeom>
          <a:noFill/>
          <a:ln w="635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217920"/>
            <a:ext cx="12161520" cy="0"/>
          </a:xfrm>
          <a:prstGeom prst="line">
            <a:avLst/>
          </a:prstGeom>
          <a:noFill/>
          <a:ln w="635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2743200"/>
            <a:ext cx="12161520" cy="54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4630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56 — ICS-344 Information Security · KFUPM · Term 252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Alroomi · Abdulmalik Al AlShaikh · Naif AlHammad · Faisal Alharbi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us-east-1 · May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2147</Words>
  <Application>Microsoft Office PowerPoint</Application>
  <PresentationFormat>Widescreen</PresentationFormat>
  <Paragraphs>410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DVSA Vulnerability Discovery &amp; Remediation</dc:title>
  <dc:subject>PptxGenJS Presentation</dc:subject>
  <dc:creator>Team 56 — ICS-344</dc:creator>
  <cp:lastModifiedBy>FAISAL ABDULLAH ALHARBI</cp:lastModifiedBy>
  <cp:revision>3</cp:revision>
  <dcterms:created xsi:type="dcterms:W3CDTF">2026-05-04T17:26:00Z</dcterms:created>
  <dcterms:modified xsi:type="dcterms:W3CDTF">2026-05-04T17:38:46Z</dcterms:modified>
</cp:coreProperties>
</file>